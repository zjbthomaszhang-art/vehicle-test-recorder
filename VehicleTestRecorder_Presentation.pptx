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3" Type="http://schemas.openxmlformats.org/officeDocument/2006/relationships/image" Target="../media/image3.png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Vehicle Test Recorder 车辆测试记录系统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产品介绍演示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欢迎使用 Vehicle Test Recorder</a:t>
            </a:r>
          </a:p>
        </p:txBody>
      </p:sp>
      <p:pic>
        <p:nvPicPr>
          <p:cNvPr descr="C:/Users/HG/.gemini/antigravity/brain/6ae20a77-79ed-44c6-bda6-40599a990126/cover_image_177942758216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Cover Image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制作背景与痛点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传统测试的挑战</a:t>
            </a:r>
          </a:p>
          <a:p>
            <a:pPr lvl="0"/>
            <a:r>
              <a:rPr b="1"/>
              <a:t>网络环境恶劣</a:t>
            </a:r>
            <a:r>
              <a:rPr/>
              <a:t>：外场测试经常处于地下车库、隧道等无网或弱网环境。</a:t>
            </a:r>
          </a:p>
          <a:p>
            <a:pPr lvl="0"/>
            <a:r>
              <a:rPr b="1"/>
              <a:t>数据同步困难</a:t>
            </a:r>
            <a:r>
              <a:rPr/>
              <a:t>：网络波动导致测试数据丢失或重复提交。</a:t>
            </a:r>
          </a:p>
          <a:p>
            <a:pPr lvl="0"/>
            <a:r>
              <a:rPr b="1"/>
              <a:t>流程碎片化</a:t>
            </a:r>
            <a:r>
              <a:rPr/>
              <a:t>：手工记录测试结果、分开提报缺陷、后期手动合并报表，效率极其低下。</a:t>
            </a:r>
          </a:p>
          <a:p>
            <a:pPr lvl="0"/>
            <a:r>
              <a:rPr b="1"/>
              <a:t>多端适配性差</a:t>
            </a:r>
            <a:r>
              <a:rPr/>
              <a:t>：传统工具通常只能在固定电脑端使用，不方便在车内移动作业。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我们的解决方案：Vehicle Test Recorder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什么是 Vehicle Test Recorder？</a:t>
            </a:r>
          </a:p>
          <a:p>
            <a:pPr lvl="0" indent="0" marL="0">
              <a:buNone/>
            </a:pPr>
            <a:r>
              <a:rPr/>
              <a:t>一款专为解决</a:t>
            </a:r>
            <a:r>
              <a:rPr b="1"/>
              <a:t>车辆外场测试</a:t>
            </a:r>
            <a:r>
              <a:rPr/>
              <a:t>痛点而设计的现代化 Web 应用系统。</a:t>
            </a:r>
          </a:p>
          <a:p>
            <a:pPr lvl="0"/>
            <a:r>
              <a:rPr b="1"/>
              <a:t>核心目标</a:t>
            </a:r>
            <a:r>
              <a:rPr/>
              <a:t>：提供稳定、无缝的离线数据采集体验。</a:t>
            </a:r>
          </a:p>
          <a:p>
            <a:pPr lvl="0"/>
            <a:r>
              <a:rPr b="1"/>
              <a:t>最终产出</a:t>
            </a:r>
            <a:r>
              <a:rPr/>
              <a:t>：一键生成标准化的测试报表供导出与分析。</a:t>
            </a:r>
          </a:p>
          <a:p>
            <a:pPr lvl="0"/>
            <a:r>
              <a:rPr b="1"/>
              <a:t>适用场景</a:t>
            </a:r>
            <a:r>
              <a:rPr/>
              <a:t>：所有面临弱网环境的移动端、PC端外场车辆功能测试与验收。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核心功能模块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离线/弱网自适应采集</a:t>
            </a:r>
          </a:p>
        </p:txBody>
      </p:sp>
      <p:pic>
        <p:nvPicPr>
          <p:cNvPr descr="C:/Users/HG/.gemini/antigravity/brain/6ae20a77-79ed-44c6-bda6-40599a990126/offline_sync_17794276007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91000" y="203200"/>
            <a:ext cx="38735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Offline Sync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断网无忧</a:t>
            </a:r>
            <a:r>
              <a:rPr/>
              <a:t>：在无网环境下，系统会自动将数据暂存至本地缓存 (IndexedDB)。</a:t>
            </a:r>
          </a:p>
          <a:p>
            <a:pPr lvl="0"/>
            <a:r>
              <a:rPr b="1"/>
              <a:t>智能同步</a:t>
            </a:r>
            <a:r>
              <a:rPr/>
              <a:t>：系统内置 SyncManager 同步引擎，当网络恢复时，静默并在后台自动将暂存数据推送到服务器，支持失败重试。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便捷的缺陷追踪 (Bug Tracker)</a:t>
            </a:r>
          </a:p>
          <a:p>
            <a:pPr lvl="0"/>
            <a:r>
              <a:rPr b="1"/>
              <a:t>随时提报</a:t>
            </a:r>
            <a:r>
              <a:rPr/>
              <a:t>：测试过程中发现问题，可立即提报 Bug，自动生成标准化工单号。</a:t>
            </a:r>
          </a:p>
          <a:p>
            <a:pPr lvl="0"/>
            <a:r>
              <a:rPr b="1"/>
              <a:t>多媒体证据</a:t>
            </a:r>
            <a:r>
              <a:rPr/>
              <a:t>：支持直接上传报错截图和照片，断网时媒体文件也会安全暂存。</a:t>
            </a:r>
          </a:p>
          <a:p>
            <a:pPr lvl="0"/>
            <a:r>
              <a:rPr b="1"/>
              <a:t>数据一致性</a:t>
            </a:r>
            <a:r>
              <a:rPr/>
              <a:t>：关联会话，确保缺陷数据与测试记录严密绑定。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会话与用例库管理</a:t>
            </a:r>
          </a:p>
          <a:p>
            <a:pPr lvl="0"/>
            <a:r>
              <a:rPr b="1"/>
              <a:t>全局用例库</a:t>
            </a:r>
            <a:r>
              <a:rPr/>
              <a:t>：内置丰富的预置测试用例库，覆盖所有必要模块。</a:t>
            </a:r>
          </a:p>
          <a:p>
            <a:pPr lvl="0"/>
            <a:r>
              <a:rPr b="1"/>
              <a:t>会话记录</a:t>
            </a:r>
            <a:r>
              <a:rPr/>
              <a:t>：完整记录车辆及环境元数据（如 VIN码、测试环境、量产阶段、测试人员等）。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自动化报表导出引擎</a:t>
            </a:r>
          </a:p>
        </p:txBody>
      </p:sp>
      <p:pic>
        <p:nvPicPr>
          <p:cNvPr descr="C:/Users/HG/.gemini/antigravity/brain/6ae20a77-79ed-44c6-bda6-40599a990126/report_export_1779427617730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191000" y="203200"/>
            <a:ext cx="38735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Report Export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一键导出</a:t>
            </a:r>
            <a:r>
              <a:rPr/>
              <a:t>：一键将繁杂的数据库测试结果和缺陷数据导出为标准化的 Excel 报表。</a:t>
            </a:r>
          </a:p>
          <a:p>
            <a:pPr lvl="0"/>
            <a:r>
              <a:rPr b="1"/>
              <a:t>定制排版</a:t>
            </a:r>
            <a:r>
              <a:rPr/>
              <a:t>：支持多种特定格式的排版导出，极大减少后期的文档整理工作量。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核心优势与亮点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技术与架构优势</a:t>
            </a:r>
          </a:p>
          <a:p>
            <a:pPr lvl="0"/>
            <a:r>
              <a:rPr b="1"/>
              <a:t>离线优先 (Offline-First)</a:t>
            </a:r>
            <a:r>
              <a:rPr/>
              <a:t>：这是本系统的最强壁垒，保证数据</a:t>
            </a:r>
            <a:r>
              <a:rPr b="1"/>
              <a:t>零丢失</a:t>
            </a:r>
            <a:r>
              <a:rPr/>
              <a:t>。</a:t>
            </a:r>
          </a:p>
          <a:p>
            <a:pPr lvl="0"/>
            <a:r>
              <a:rPr b="1"/>
              <a:t>前后端分离架构</a:t>
            </a:r>
            <a:r>
              <a:rPr/>
              <a:t>：React (前端) + Node.js (后端) + MySQL (数据库)，流畅交互体验。</a:t>
            </a:r>
          </a:p>
          <a:p>
            <a:pPr lvl="0"/>
            <a:r>
              <a:rPr b="1"/>
              <a:t>高可用性保障</a:t>
            </a:r>
            <a:r>
              <a:rPr/>
              <a:t>：支持 CI/CD 自动化部署与 PM2 进程守护，保障 99.9% 运行时间。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为什么选择我们？</a:t>
            </a:r>
          </a:p>
          <a:p>
            <a:pPr lvl="0"/>
            <a:r>
              <a:rPr b="1"/>
              <a:t>告别数据丢失</a:t>
            </a:r>
            <a:r>
              <a:rPr/>
              <a:t>：无论去到哪里测试，数据总是安全可靠。</a:t>
            </a:r>
          </a:p>
          <a:p>
            <a:pPr lvl="0"/>
            <a:r>
              <a:rPr b="1"/>
              <a:t>提升百倍效率</a:t>
            </a:r>
            <a:r>
              <a:rPr/>
              <a:t>：从人工整理到一键报表，让工程师专注测试本身。</a:t>
            </a:r>
          </a:p>
          <a:p>
            <a:pPr lvl="0"/>
            <a:r>
              <a:rPr b="1"/>
              <a:t>现代化体验</a:t>
            </a:r>
            <a:r>
              <a:rPr/>
              <a:t>：丝滑的操作体验，贴合现代软件的最高标准。</a:t>
            </a:r>
          </a:p>
          <a:p>
            <a:pPr lvl="0" indent="0" marL="0">
              <a:buNone/>
            </a:pPr>
            <a:r>
              <a:rPr b="1"/>
              <a:t>Vehicle Test Recorder</a:t>
            </a:r>
            <a:r>
              <a:rPr/>
              <a:t> — 您的外场车辆测试最佳搭档！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Test Recorder 车辆测试记录系统</dc:title>
  <dc:creator>产品介绍演示</dc:creator>
  <cp:keywords/>
  <dcterms:created xsi:type="dcterms:W3CDTF">2026-05-22T05:28:22Z</dcterms:created>
  <dcterms:modified xsi:type="dcterms:W3CDTF">2026-05-22T05:28:22Z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</vt:lpwstr>
  </property>
</Properties>
</file>